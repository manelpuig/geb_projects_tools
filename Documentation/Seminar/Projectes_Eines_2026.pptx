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328" r:id="rId3"/>
    <p:sldId id="463" r:id="rId4"/>
    <p:sldId id="464" r:id="rId5"/>
    <p:sldId id="465" r:id="rId6"/>
    <p:sldId id="351" r:id="rId7"/>
    <p:sldId id="353" r:id="rId8"/>
    <p:sldId id="352" r:id="rId9"/>
    <p:sldId id="472" r:id="rId10"/>
    <p:sldId id="471" r:id="rId11"/>
    <p:sldId id="467" r:id="rId12"/>
    <p:sldId id="468" r:id="rId13"/>
    <p:sldId id="469" r:id="rId14"/>
    <p:sldId id="461" r:id="rId15"/>
    <p:sldId id="462" r:id="rId16"/>
    <p:sldId id="480" r:id="rId17"/>
    <p:sldId id="479" r:id="rId18"/>
  </p:sldIdLst>
  <p:sldSz cx="9144000" cy="6858000" type="screen4x3"/>
  <p:notesSz cx="6797675" cy="987425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Manel Puig i Vidal" initials="DMPiV" lastIdx="1" clrIdx="0">
    <p:extLst>
      <p:ext uri="{19B8F6BF-5375-455C-9EA6-DF929625EA0E}">
        <p15:presenceInfo xmlns:p15="http://schemas.microsoft.com/office/powerpoint/2012/main" userId="S::manel.puig@ub.edu::0d549d0e-cb25-4ad8-b3a5-db046c349df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55EC37-E45C-435B-A882-9F3B2988BC83}" v="8" dt="2026-02-01T19:57:56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52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7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anel Puig i Vidal" userId="0d549d0e-cb25-4ad8-b3a5-db046c349dfe" providerId="ADAL" clId="{8D284CD8-2E7F-4E14-A56B-E1074EEC7A75}"/>
    <pc:docChg chg="undo custSel addSld delSld modSld">
      <pc:chgData name="Dr. Manel Puig i Vidal" userId="0d549d0e-cb25-4ad8-b3a5-db046c349dfe" providerId="ADAL" clId="{8D284CD8-2E7F-4E14-A56B-E1074EEC7A75}" dt="2026-02-01T20:05:30.917" v="166" actId="47"/>
      <pc:docMkLst>
        <pc:docMk/>
      </pc:docMkLst>
      <pc:sldChg chg="modSp mod">
        <pc:chgData name="Dr. Manel Puig i Vidal" userId="0d549d0e-cb25-4ad8-b3a5-db046c349dfe" providerId="ADAL" clId="{8D284CD8-2E7F-4E14-A56B-E1074EEC7A75}" dt="2026-02-01T19:46:14.080" v="16" actId="20577"/>
        <pc:sldMkLst>
          <pc:docMk/>
          <pc:sldMk cId="1225548873" sldId="256"/>
        </pc:sldMkLst>
        <pc:spChg chg="mod">
          <ac:chgData name="Dr. Manel Puig i Vidal" userId="0d549d0e-cb25-4ad8-b3a5-db046c349dfe" providerId="ADAL" clId="{8D284CD8-2E7F-4E14-A56B-E1074EEC7A75}" dt="2026-02-01T19:46:14.080" v="16" actId="20577"/>
          <ac:spMkLst>
            <pc:docMk/>
            <pc:sldMk cId="1225548873" sldId="256"/>
            <ac:spMk id="4" creationId="{00000000-0000-0000-0000-000000000000}"/>
          </ac:spMkLst>
        </pc:spChg>
      </pc:sldChg>
      <pc:sldChg chg="addSp delSp modSp mod">
        <pc:chgData name="Dr. Manel Puig i Vidal" userId="0d549d0e-cb25-4ad8-b3a5-db046c349dfe" providerId="ADAL" clId="{8D284CD8-2E7F-4E14-A56B-E1074EEC7A75}" dt="2026-02-01T19:48:03.588" v="33" actId="1076"/>
        <pc:sldMkLst>
          <pc:docMk/>
          <pc:sldMk cId="1645626250" sldId="328"/>
        </pc:sldMkLst>
        <pc:spChg chg="mod">
          <ac:chgData name="Dr. Manel Puig i Vidal" userId="0d549d0e-cb25-4ad8-b3a5-db046c349dfe" providerId="ADAL" clId="{8D284CD8-2E7F-4E14-A56B-E1074EEC7A75}" dt="2026-02-01T19:48:00.288" v="32" actId="1076"/>
          <ac:spMkLst>
            <pc:docMk/>
            <pc:sldMk cId="1645626250" sldId="328"/>
            <ac:spMk id="10" creationId="{5C6F11D9-B8F9-2A8C-099A-B8BB249EDFCD}"/>
          </ac:spMkLst>
        </pc:spChg>
        <pc:spChg chg="mod">
          <ac:chgData name="Dr. Manel Puig i Vidal" userId="0d549d0e-cb25-4ad8-b3a5-db046c349dfe" providerId="ADAL" clId="{8D284CD8-2E7F-4E14-A56B-E1074EEC7A75}" dt="2026-02-01T19:47:44.501" v="29" actId="20577"/>
          <ac:spMkLst>
            <pc:docMk/>
            <pc:sldMk cId="1645626250" sldId="328"/>
            <ac:spMk id="11" creationId="{9D8C8072-8210-1229-E664-E2A0EB6BFA8C}"/>
          </ac:spMkLst>
        </pc:spChg>
        <pc:picChg chg="del">
          <ac:chgData name="Dr. Manel Puig i Vidal" userId="0d549d0e-cb25-4ad8-b3a5-db046c349dfe" providerId="ADAL" clId="{8D284CD8-2E7F-4E14-A56B-E1074EEC7A75}" dt="2026-02-01T19:47:30.568" v="17" actId="478"/>
          <ac:picMkLst>
            <pc:docMk/>
            <pc:sldMk cId="1645626250" sldId="328"/>
            <ac:picMk id="5" creationId="{007BCAB7-9D10-83C8-D791-A41D8C30B6FA}"/>
          </ac:picMkLst>
        </pc:picChg>
        <pc:picChg chg="add mod">
          <ac:chgData name="Dr. Manel Puig i Vidal" userId="0d549d0e-cb25-4ad8-b3a5-db046c349dfe" providerId="ADAL" clId="{8D284CD8-2E7F-4E14-A56B-E1074EEC7A75}" dt="2026-02-01T19:48:03.588" v="33" actId="1076"/>
          <ac:picMkLst>
            <pc:docMk/>
            <pc:sldMk cId="1645626250" sldId="328"/>
            <ac:picMk id="1026" creationId="{F27E01E0-908E-3084-E398-C3E681627B5B}"/>
          </ac:picMkLst>
        </pc:picChg>
      </pc:sldChg>
      <pc:sldChg chg="del">
        <pc:chgData name="Dr. Manel Puig i Vidal" userId="0d549d0e-cb25-4ad8-b3a5-db046c349dfe" providerId="ADAL" clId="{8D284CD8-2E7F-4E14-A56B-E1074EEC7A75}" dt="2026-02-01T19:53:56.474" v="45" actId="47"/>
        <pc:sldMkLst>
          <pc:docMk/>
          <pc:sldMk cId="1625162259" sldId="451"/>
        </pc:sldMkLst>
      </pc:sldChg>
      <pc:sldChg chg="del">
        <pc:chgData name="Dr. Manel Puig i Vidal" userId="0d549d0e-cb25-4ad8-b3a5-db046c349dfe" providerId="ADAL" clId="{8D284CD8-2E7F-4E14-A56B-E1074EEC7A75}" dt="2026-02-01T19:53:56.474" v="45" actId="47"/>
        <pc:sldMkLst>
          <pc:docMk/>
          <pc:sldMk cId="3922998406" sldId="453"/>
        </pc:sldMkLst>
      </pc:sldChg>
      <pc:sldChg chg="mod modShow">
        <pc:chgData name="Dr. Manel Puig i Vidal" userId="0d549d0e-cb25-4ad8-b3a5-db046c349dfe" providerId="ADAL" clId="{8D284CD8-2E7F-4E14-A56B-E1074EEC7A75}" dt="2026-02-01T20:04:22.601" v="158" actId="729"/>
        <pc:sldMkLst>
          <pc:docMk/>
          <pc:sldMk cId="1870606707" sldId="461"/>
        </pc:sldMkLst>
      </pc:sldChg>
      <pc:sldChg chg="mod modShow">
        <pc:chgData name="Dr. Manel Puig i Vidal" userId="0d549d0e-cb25-4ad8-b3a5-db046c349dfe" providerId="ADAL" clId="{8D284CD8-2E7F-4E14-A56B-E1074EEC7A75}" dt="2026-02-01T20:04:29.877" v="159" actId="729"/>
        <pc:sldMkLst>
          <pc:docMk/>
          <pc:sldMk cId="1208153299" sldId="462"/>
        </pc:sldMkLst>
      </pc:sldChg>
      <pc:sldChg chg="addSp delSp modSp mod">
        <pc:chgData name="Dr. Manel Puig i Vidal" userId="0d549d0e-cb25-4ad8-b3a5-db046c349dfe" providerId="ADAL" clId="{8D284CD8-2E7F-4E14-A56B-E1074EEC7A75}" dt="2026-02-01T19:52:38.841" v="44" actId="20577"/>
        <pc:sldMkLst>
          <pc:docMk/>
          <pc:sldMk cId="4228362238" sldId="464"/>
        </pc:sldMkLst>
        <pc:spChg chg="mod">
          <ac:chgData name="Dr. Manel Puig i Vidal" userId="0d549d0e-cb25-4ad8-b3a5-db046c349dfe" providerId="ADAL" clId="{8D284CD8-2E7F-4E14-A56B-E1074EEC7A75}" dt="2026-02-01T19:52:38.841" v="44" actId="20577"/>
          <ac:spMkLst>
            <pc:docMk/>
            <pc:sldMk cId="4228362238" sldId="464"/>
            <ac:spMk id="7" creationId="{9A5AE17F-744B-03BF-80E6-2C6DC722FBB1}"/>
          </ac:spMkLst>
        </pc:spChg>
        <pc:picChg chg="del">
          <ac:chgData name="Dr. Manel Puig i Vidal" userId="0d549d0e-cb25-4ad8-b3a5-db046c349dfe" providerId="ADAL" clId="{8D284CD8-2E7F-4E14-A56B-E1074EEC7A75}" dt="2026-02-01T19:52:03.741" v="34" actId="478"/>
          <ac:picMkLst>
            <pc:docMk/>
            <pc:sldMk cId="4228362238" sldId="464"/>
            <ac:picMk id="6" creationId="{94F34643-06E0-3EEE-D689-95A80FA8EE65}"/>
          </ac:picMkLst>
        </pc:picChg>
        <pc:picChg chg="add mod ord">
          <ac:chgData name="Dr. Manel Puig i Vidal" userId="0d549d0e-cb25-4ad8-b3a5-db046c349dfe" providerId="ADAL" clId="{8D284CD8-2E7F-4E14-A56B-E1074EEC7A75}" dt="2026-02-01T19:52:18.179" v="42" actId="1036"/>
          <ac:picMkLst>
            <pc:docMk/>
            <pc:sldMk cId="4228362238" sldId="464"/>
            <ac:picMk id="8" creationId="{56929E75-D95D-6D6D-504E-7ACC4746288A}"/>
          </ac:picMkLst>
        </pc:picChg>
      </pc:sldChg>
      <pc:sldChg chg="del">
        <pc:chgData name="Dr. Manel Puig i Vidal" userId="0d549d0e-cb25-4ad8-b3a5-db046c349dfe" providerId="ADAL" clId="{8D284CD8-2E7F-4E14-A56B-E1074EEC7A75}" dt="2026-02-01T19:53:56.474" v="45" actId="47"/>
        <pc:sldMkLst>
          <pc:docMk/>
          <pc:sldMk cId="1883955479" sldId="466"/>
        </pc:sldMkLst>
      </pc:sldChg>
      <pc:sldChg chg="addSp delSp modSp mod">
        <pc:chgData name="Dr. Manel Puig i Vidal" userId="0d549d0e-cb25-4ad8-b3a5-db046c349dfe" providerId="ADAL" clId="{8D284CD8-2E7F-4E14-A56B-E1074EEC7A75}" dt="2026-02-01T20:02:41.741" v="155" actId="14100"/>
        <pc:sldMkLst>
          <pc:docMk/>
          <pc:sldMk cId="2721748848" sldId="467"/>
        </pc:sldMkLst>
        <pc:spChg chg="mod">
          <ac:chgData name="Dr. Manel Puig i Vidal" userId="0d549d0e-cb25-4ad8-b3a5-db046c349dfe" providerId="ADAL" clId="{8D284CD8-2E7F-4E14-A56B-E1074EEC7A75}" dt="2026-02-01T20:02:41.741" v="155" actId="14100"/>
          <ac:spMkLst>
            <pc:docMk/>
            <pc:sldMk cId="2721748848" sldId="467"/>
            <ac:spMk id="5" creationId="{033B5076-7AA3-421F-3517-B5A7E808228D}"/>
          </ac:spMkLst>
        </pc:spChg>
        <pc:spChg chg="mod">
          <ac:chgData name="Dr. Manel Puig i Vidal" userId="0d549d0e-cb25-4ad8-b3a5-db046c349dfe" providerId="ADAL" clId="{8D284CD8-2E7F-4E14-A56B-E1074EEC7A75}" dt="2026-02-01T20:02:30.081" v="153" actId="1076"/>
          <ac:spMkLst>
            <pc:docMk/>
            <pc:sldMk cId="2721748848" sldId="467"/>
            <ac:spMk id="6" creationId="{88277A66-43F1-6220-38F1-176391BADAAC}"/>
          </ac:spMkLst>
        </pc:spChg>
        <pc:spChg chg="mod">
          <ac:chgData name="Dr. Manel Puig i Vidal" userId="0d549d0e-cb25-4ad8-b3a5-db046c349dfe" providerId="ADAL" clId="{8D284CD8-2E7F-4E14-A56B-E1074EEC7A75}" dt="2026-02-01T19:57:01.333" v="70" actId="20577"/>
          <ac:spMkLst>
            <pc:docMk/>
            <pc:sldMk cId="2721748848" sldId="467"/>
            <ac:spMk id="8" creationId="{27722B4F-5F51-E349-3526-E2B1CB912290}"/>
          </ac:spMkLst>
        </pc:spChg>
        <pc:spChg chg="add mod">
          <ac:chgData name="Dr. Manel Puig i Vidal" userId="0d549d0e-cb25-4ad8-b3a5-db046c349dfe" providerId="ADAL" clId="{8D284CD8-2E7F-4E14-A56B-E1074EEC7A75}" dt="2026-02-01T19:58:40.606" v="119" actId="20577"/>
          <ac:spMkLst>
            <pc:docMk/>
            <pc:sldMk cId="2721748848" sldId="467"/>
            <ac:spMk id="11" creationId="{46A629FD-6E64-C7AD-594E-24EC8E49753C}"/>
          </ac:spMkLst>
        </pc:spChg>
        <pc:picChg chg="add del mod ord">
          <ac:chgData name="Dr. Manel Puig i Vidal" userId="0d549d0e-cb25-4ad8-b3a5-db046c349dfe" providerId="ADAL" clId="{8D284CD8-2E7F-4E14-A56B-E1074EEC7A75}" dt="2026-02-01T20:01:45.707" v="133" actId="478"/>
          <ac:picMkLst>
            <pc:docMk/>
            <pc:sldMk cId="2721748848" sldId="467"/>
            <ac:picMk id="13" creationId="{4254B574-2F46-D83C-240D-574BDFF80FB6}"/>
          </ac:picMkLst>
        </pc:picChg>
        <pc:picChg chg="add mod ord">
          <ac:chgData name="Dr. Manel Puig i Vidal" userId="0d549d0e-cb25-4ad8-b3a5-db046c349dfe" providerId="ADAL" clId="{8D284CD8-2E7F-4E14-A56B-E1074EEC7A75}" dt="2026-02-01T20:02:01.890" v="145" actId="171"/>
          <ac:picMkLst>
            <pc:docMk/>
            <pc:sldMk cId="2721748848" sldId="467"/>
            <ac:picMk id="15" creationId="{A365CD87-3956-855F-CFBE-F5FB2724BDDA}"/>
          </ac:picMkLst>
        </pc:picChg>
        <pc:picChg chg="del">
          <ac:chgData name="Dr. Manel Puig i Vidal" userId="0d549d0e-cb25-4ad8-b3a5-db046c349dfe" providerId="ADAL" clId="{8D284CD8-2E7F-4E14-A56B-E1074EEC7A75}" dt="2026-02-01T20:00:06.136" v="120" actId="478"/>
          <ac:picMkLst>
            <pc:docMk/>
            <pc:sldMk cId="2721748848" sldId="467"/>
            <ac:picMk id="16" creationId="{39783DEF-3029-D3D1-D71E-66A68CE45916}"/>
          </ac:picMkLst>
        </pc:picChg>
      </pc:sldChg>
      <pc:sldChg chg="mod modShow">
        <pc:chgData name="Dr. Manel Puig i Vidal" userId="0d549d0e-cb25-4ad8-b3a5-db046c349dfe" providerId="ADAL" clId="{8D284CD8-2E7F-4E14-A56B-E1074EEC7A75}" dt="2026-02-01T20:04:10.059" v="156" actId="729"/>
        <pc:sldMkLst>
          <pc:docMk/>
          <pc:sldMk cId="1006550614" sldId="468"/>
        </pc:sldMkLst>
      </pc:sldChg>
      <pc:sldChg chg="mod modShow">
        <pc:chgData name="Dr. Manel Puig i Vidal" userId="0d549d0e-cb25-4ad8-b3a5-db046c349dfe" providerId="ADAL" clId="{8D284CD8-2E7F-4E14-A56B-E1074EEC7A75}" dt="2026-02-01T20:04:18.824" v="157" actId="729"/>
        <pc:sldMkLst>
          <pc:docMk/>
          <pc:sldMk cId="831337320" sldId="469"/>
        </pc:sldMkLst>
      </pc:sldChg>
      <pc:sldChg chg="del">
        <pc:chgData name="Dr. Manel Puig i Vidal" userId="0d549d0e-cb25-4ad8-b3a5-db046c349dfe" providerId="ADAL" clId="{8D284CD8-2E7F-4E14-A56B-E1074EEC7A75}" dt="2026-02-01T20:04:50.134" v="160" actId="47"/>
        <pc:sldMkLst>
          <pc:docMk/>
          <pc:sldMk cId="17492319" sldId="470"/>
        </pc:sldMkLst>
      </pc:sldChg>
      <pc:sldChg chg="add del">
        <pc:chgData name="Dr. Manel Puig i Vidal" userId="0d549d0e-cb25-4ad8-b3a5-db046c349dfe" providerId="ADAL" clId="{8D284CD8-2E7F-4E14-A56B-E1074EEC7A75}" dt="2026-02-01T20:05:19.448" v="165" actId="47"/>
        <pc:sldMkLst>
          <pc:docMk/>
          <pc:sldMk cId="517983059" sldId="477"/>
        </pc:sldMkLst>
      </pc:sldChg>
      <pc:sldChg chg="add del">
        <pc:chgData name="Dr. Manel Puig i Vidal" userId="0d549d0e-cb25-4ad8-b3a5-db046c349dfe" providerId="ADAL" clId="{8D284CD8-2E7F-4E14-A56B-E1074EEC7A75}" dt="2026-02-01T20:05:30.917" v="166" actId="47"/>
        <pc:sldMkLst>
          <pc:docMk/>
          <pc:sldMk cId="56963733" sldId="4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3176"/>
          </a:xfrm>
          <a:prstGeom prst="rect">
            <a:avLst/>
          </a:prstGeom>
        </p:spPr>
        <p:txBody>
          <a:bodyPr vert="horz" lIns="87947" tIns="43973" rIns="87947" bIns="43973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3176"/>
          </a:xfrm>
          <a:prstGeom prst="rect">
            <a:avLst/>
          </a:prstGeom>
        </p:spPr>
        <p:txBody>
          <a:bodyPr vert="horz" lIns="87947" tIns="43973" rIns="87947" bIns="43973" rtlCol="0"/>
          <a:lstStyle>
            <a:lvl1pPr algn="r">
              <a:defRPr sz="1200"/>
            </a:lvl1pPr>
          </a:lstStyle>
          <a:p>
            <a:fld id="{299D4D6A-88F4-4D1A-82E9-19E1092138EA}" type="datetimeFigureOut">
              <a:rPr lang="es-ES" smtClean="0"/>
              <a:t>01/02/2026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379542"/>
            <a:ext cx="2945862" cy="493176"/>
          </a:xfrm>
          <a:prstGeom prst="rect">
            <a:avLst/>
          </a:prstGeom>
        </p:spPr>
        <p:txBody>
          <a:bodyPr vert="horz" lIns="87947" tIns="43973" rIns="87947" bIns="43973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50294" y="9379542"/>
            <a:ext cx="2945862" cy="493176"/>
          </a:xfrm>
          <a:prstGeom prst="rect">
            <a:avLst/>
          </a:prstGeom>
        </p:spPr>
        <p:txBody>
          <a:bodyPr vert="horz" lIns="87947" tIns="43973" rIns="87947" bIns="43973" rtlCol="0" anchor="b"/>
          <a:lstStyle>
            <a:lvl1pPr algn="r">
              <a:defRPr sz="1200"/>
            </a:lvl1pPr>
          </a:lstStyle>
          <a:p>
            <a:fld id="{7E8C79D2-4887-4EAC-8B2C-B666F475A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90228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95506E-1DA3-41FE-8D79-75520FAD8E44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93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12467-1DC4-4F83-9BDB-4F2F86BA57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30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12467-1DC4-4F83-9BDB-4F2F86BA577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105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 redondeado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4 Título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0" name="19 Subtítulo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E69C-5616-42D7-BAA4-295A9E485980}" type="datetime1">
              <a:rPr lang="es-ES" smtClean="0"/>
              <a:t>01/02/2026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107F4-889E-4A38-A1EE-34F0096EB5B3}" type="datetime1">
              <a:rPr lang="es-ES" smtClean="0"/>
              <a:t>01/02/2026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 redondeado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8182-2B1C-4675-9B71-47EA21E7D610}" type="datetime1">
              <a:rPr lang="es-ES" smtClean="0"/>
              <a:t>01/02/2026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0252-F1EF-4B9F-81DD-21EEE8091129}" type="datetime1">
              <a:rPr lang="es-ES" smtClean="0"/>
              <a:t>01/02/2026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9BD-BF03-421D-B0E9-06FE5791FA93}" type="datetime1">
              <a:rPr lang="es-ES" smtClean="0"/>
              <a:t>01/02/2026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15CE-F681-409A-86F3-F9A7FF508BC7}" type="datetime1">
              <a:rPr lang="es-ES" smtClean="0"/>
              <a:t>01/02/2026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Dr. Manel Puig i Vidal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DDE76663-E53B-E8F5-B0AD-61406C24C0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404048"/>
            <a:ext cx="1300672" cy="4225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97D41-A2AC-492A-973B-AB2F0D474947}" type="datetime1">
              <a:rPr lang="es-ES" smtClean="0"/>
              <a:t>01/02/2026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dondear rectángulo de esquina sencilla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AAE7-516B-41E2-8FCD-61BCD2B9D789}" type="datetime1">
              <a:rPr lang="es-ES" smtClean="0"/>
              <a:t>01/02/2026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/>
              <a:t>Haga clic en el icono para agregar una imagen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16C-6A7B-4FAB-AD0E-E96E40BE6E00}" type="datetime1">
              <a:rPr lang="es-ES" smtClean="0"/>
              <a:t>01/02/2026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095C-B1C7-4E3F-8B29-7D38602EC345}" type="datetime1">
              <a:rPr lang="es-ES" smtClean="0"/>
              <a:t>01/02/2026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 redondeado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Marcador de título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303DD5E3-262D-41A3-B5A1-B6567AC9F4C4}" type="datetime1">
              <a:rPr lang="es-ES" smtClean="0"/>
              <a:t>01/02/2026</a:t>
            </a:fld>
            <a:endParaRPr lang="es-ES"/>
          </a:p>
        </p:txBody>
      </p:sp>
      <p:sp>
        <p:nvSpPr>
          <p:cNvPr id="18" name="1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r>
              <a:rPr lang="es-ES"/>
              <a:t>Dr. Manel Puig i Vidal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FF163B9E-51AF-47CE-BBDC-D34924A28EC2}" type="slidenum">
              <a:rPr lang="es-ES" smtClean="0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hyperlink" Target="https://git-scm.com/download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manelpuig/GEB_Projects_tools.git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espressif.com/projects/arduino-esp32/en/latest/installing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amazon.es/gp/product/B0D4QZ9CKD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silabs.com/developers/usb-to-uart-bridge-vcp-drivers?tab=downloads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22376" y="1344168"/>
            <a:ext cx="7772400" cy="1828800"/>
          </a:xfrm>
        </p:spPr>
        <p:txBody>
          <a:bodyPr/>
          <a:lstStyle/>
          <a:p>
            <a:r>
              <a:rPr lang="es-ES" dirty="0" err="1"/>
              <a:t>Projects</a:t>
            </a:r>
            <a:br>
              <a:rPr lang="es-ES" dirty="0"/>
            </a:b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Grau Enginyeria Biomèdica</a:t>
            </a:r>
          </a:p>
          <a:p>
            <a:r>
              <a:rPr lang="es-ES" dirty="0" err="1"/>
              <a:t>Universitat</a:t>
            </a:r>
            <a:r>
              <a:rPr lang="es-ES" dirty="0"/>
              <a:t> de Barcelona</a:t>
            </a:r>
          </a:p>
          <a:p>
            <a:r>
              <a:rPr lang="es-ES" dirty="0"/>
              <a:t>Dr. Manel Puig i Vidal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1187624" y="5327630"/>
            <a:ext cx="6838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GEB- </a:t>
            </a:r>
            <a:r>
              <a:rPr lang="es-ES" sz="2800" b="1" dirty="0" err="1"/>
              <a:t>Projects</a:t>
            </a:r>
            <a:r>
              <a:rPr lang="es-ES" sz="2800" b="1" dirty="0"/>
              <a:t>: </a:t>
            </a:r>
            <a:r>
              <a:rPr lang="es-ES" sz="2800" b="1" dirty="0" err="1"/>
              <a:t>Engineering</a:t>
            </a:r>
            <a:r>
              <a:rPr lang="es-ES" sz="2800" b="1" dirty="0"/>
              <a:t> Tools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EFCAB9-07DF-BF4F-76C6-C0819D46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BCE9-F33F-4FA9-9E43-323BBC78E8BC}" type="datetime1">
              <a:rPr lang="es-ES" smtClean="0"/>
              <a:t>01/02/2026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EFC295-1433-A82C-C2B8-E6DEAA41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816ADD-2558-A275-4DDB-EEBC7820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5548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10465D9-C954-4D09-BB7B-3BD3BC156AB1}"/>
              </a:ext>
            </a:extLst>
          </p:cNvPr>
          <p:cNvSpPr txBox="1"/>
          <p:nvPr/>
        </p:nvSpPr>
        <p:spPr>
          <a:xfrm>
            <a:off x="1291404" y="344751"/>
            <a:ext cx="3804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b="1" dirty="0" err="1"/>
              <a:t>Engineering</a:t>
            </a:r>
            <a:r>
              <a:rPr lang="ca-ES" sz="2800" b="1" dirty="0"/>
              <a:t> Tools</a:t>
            </a:r>
            <a:endParaRPr lang="en-GB" sz="2800" b="1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E18D0AA-F84D-3526-2E83-47280B56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7E0-BF6E-44D2-9159-984E0769E8E8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F24505-1250-43F0-E985-1BFF8669F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5BA8557A-D100-AFDB-ECF3-B1DA12C7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2</a:t>
            </a:fld>
            <a:endParaRPr lang="es-E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80804-F90A-67A6-9F88-81B4F01BFE5A}"/>
              </a:ext>
            </a:extLst>
          </p:cNvPr>
          <p:cNvSpPr txBox="1"/>
          <p:nvPr/>
        </p:nvSpPr>
        <p:spPr>
          <a:xfrm>
            <a:off x="611560" y="836712"/>
            <a:ext cx="1114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err="1"/>
              <a:t>github</a:t>
            </a:r>
            <a:endParaRPr lang="en-GB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F11D9-B8F9-2A8C-099A-B8BB249EDFCD}"/>
              </a:ext>
            </a:extLst>
          </p:cNvPr>
          <p:cNvSpPr txBox="1"/>
          <p:nvPr/>
        </p:nvSpPr>
        <p:spPr>
          <a:xfrm>
            <a:off x="4423796" y="3586978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ESP32</a:t>
            </a:r>
            <a:endParaRPr lang="en-GB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C8072-8210-1229-E664-E2A0EB6BFA8C}"/>
              </a:ext>
            </a:extLst>
          </p:cNvPr>
          <p:cNvSpPr txBox="1"/>
          <p:nvPr/>
        </p:nvSpPr>
        <p:spPr>
          <a:xfrm>
            <a:off x="971600" y="3586978"/>
            <a:ext cx="1790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err="1"/>
              <a:t>PlatformIO</a:t>
            </a:r>
            <a:endParaRPr lang="en-GB" sz="2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C9B99C-E621-81BB-C108-7177466F8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1320295"/>
            <a:ext cx="3672408" cy="22124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A9D592-4304-C4A9-36EE-A5A58B406AF1}"/>
              </a:ext>
            </a:extLst>
          </p:cNvPr>
          <p:cNvSpPr txBox="1"/>
          <p:nvPr/>
        </p:nvSpPr>
        <p:spPr>
          <a:xfrm>
            <a:off x="4052638" y="836712"/>
            <a:ext cx="1239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err="1"/>
              <a:t>VScode</a:t>
            </a:r>
            <a:endParaRPr lang="en-GB" sz="2000" b="1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47BD46E-495A-FF31-C083-E0672684D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382" y="3905655"/>
            <a:ext cx="2206220" cy="220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F721F7-5F07-B441-11F3-D240F4AF2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12" y="1320295"/>
            <a:ext cx="3852511" cy="2212499"/>
          </a:xfrm>
          <a:prstGeom prst="rect">
            <a:avLst/>
          </a:prstGeom>
        </p:spPr>
      </p:pic>
      <p:pic>
        <p:nvPicPr>
          <p:cNvPr id="1026" name="Picture 2" descr="Cómo programar Arduino con Visual Studio Code y PlaftormIO">
            <a:extLst>
              <a:ext uri="{FF2B5EF4-FFF2-40B4-BE49-F238E27FC236}">
                <a16:creationId xmlns:a16="http://schemas.microsoft.com/office/drawing/2014/main" id="{F27E01E0-908E-3084-E398-C3E681627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96" y="4017240"/>
            <a:ext cx="3443947" cy="229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62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868B38-FD4B-EBF9-D6BD-8DD76C66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73E94-DA2A-DA96-7C12-67D6AB8F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CB66-CA0C-3C06-C7B8-773DD971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3</a:t>
            </a:fld>
            <a:endParaRPr lang="es-ES"/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21B4AD2D-DAFA-7DE1-96F5-7423C6D5259F}"/>
              </a:ext>
            </a:extLst>
          </p:cNvPr>
          <p:cNvSpPr txBox="1"/>
          <p:nvPr/>
        </p:nvSpPr>
        <p:spPr>
          <a:xfrm>
            <a:off x="395536" y="404159"/>
            <a:ext cx="4968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000" b="1" dirty="0"/>
              <a:t>GitHub </a:t>
            </a:r>
            <a:r>
              <a:rPr lang="ca-ES" sz="2000" b="1" dirty="0" err="1"/>
              <a:t>account</a:t>
            </a:r>
            <a:endParaRPr lang="ca-E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B4D0D-D2FF-4671-5B52-AA10FC5348FC}"/>
              </a:ext>
            </a:extLst>
          </p:cNvPr>
          <p:cNvSpPr txBox="1"/>
          <p:nvPr/>
        </p:nvSpPr>
        <p:spPr>
          <a:xfrm>
            <a:off x="1691680" y="836712"/>
            <a:ext cx="1984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hlinkClick r:id="rId2"/>
              </a:rPr>
              <a:t>https://github.com/</a:t>
            </a:r>
            <a:endParaRPr lang="en-GB" sz="1400" i="1" dirty="0"/>
          </a:p>
          <a:p>
            <a:endParaRPr lang="en-GB" sz="14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554245-C90C-D986-BF67-47684BE3A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373" y="1157277"/>
            <a:ext cx="7254552" cy="2117504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2784A435-075A-A4E7-81D3-5CEDD61AB290}"/>
              </a:ext>
            </a:extLst>
          </p:cNvPr>
          <p:cNvSpPr/>
          <p:nvPr/>
        </p:nvSpPr>
        <p:spPr>
          <a:xfrm>
            <a:off x="8028384" y="820350"/>
            <a:ext cx="11210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266C15D1-555D-792E-BCAC-74FE02BF8F6F}"/>
              </a:ext>
            </a:extLst>
          </p:cNvPr>
          <p:cNvSpPr txBox="1"/>
          <p:nvPr/>
        </p:nvSpPr>
        <p:spPr>
          <a:xfrm>
            <a:off x="455181" y="3284984"/>
            <a:ext cx="4968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000" b="1" dirty="0"/>
              <a:t>Git for Windows/Mac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58E6AA-2833-5E1E-A600-81F6E4FD18A4}"/>
              </a:ext>
            </a:extLst>
          </p:cNvPr>
          <p:cNvSpPr txBox="1"/>
          <p:nvPr/>
        </p:nvSpPr>
        <p:spPr>
          <a:xfrm>
            <a:off x="1691680" y="3685094"/>
            <a:ext cx="3039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hlinkClick r:id="rId4"/>
              </a:rPr>
              <a:t>https://git-scm.com/downloads</a:t>
            </a:r>
            <a:endParaRPr lang="en-GB" sz="1400" i="1" dirty="0"/>
          </a:p>
          <a:p>
            <a:endParaRPr lang="en-GB" sz="1400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DC578E-3072-BD01-9C09-9B5547EA8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373" y="4077072"/>
            <a:ext cx="6379963" cy="237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2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082DB-12B6-F912-9279-E73C5EA1C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5464D-AC2E-1F7F-BBC3-A9A4EB99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FCC93-2D79-9A30-873B-EB1A3D29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4</a:t>
            </a:fld>
            <a:endParaRPr 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5AE17F-744B-03BF-80E6-2C6DC722FBB1}"/>
              </a:ext>
            </a:extLst>
          </p:cNvPr>
          <p:cNvSpPr txBox="1"/>
          <p:nvPr/>
        </p:nvSpPr>
        <p:spPr>
          <a:xfrm>
            <a:off x="467544" y="597959"/>
            <a:ext cx="64517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Fork</a:t>
            </a:r>
            <a:r>
              <a:rPr lang="es-ES" dirty="0"/>
              <a:t>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repository</a:t>
            </a:r>
            <a:r>
              <a:rPr lang="es-ES" dirty="0"/>
              <a:t> to your </a:t>
            </a:r>
            <a:r>
              <a:rPr lang="es-ES" dirty="0" err="1"/>
              <a:t>github</a:t>
            </a:r>
            <a:r>
              <a:rPr lang="es-ES" dirty="0"/>
              <a:t> </a:t>
            </a:r>
            <a:r>
              <a:rPr lang="es-ES" dirty="0" err="1"/>
              <a:t>account</a:t>
            </a:r>
            <a:r>
              <a:rPr lang="es-ES" dirty="0"/>
              <a:t>:</a:t>
            </a:r>
          </a:p>
          <a:p>
            <a:endParaRPr lang="es-ES" dirty="0"/>
          </a:p>
          <a:p>
            <a:r>
              <a:rPr lang="en-GB" dirty="0">
                <a:hlinkClick r:id="rId2"/>
              </a:rPr>
              <a:t>https://github.com/manelpuig/GEB_Projects_tools.git</a:t>
            </a:r>
            <a:endParaRPr lang="en-GB" dirty="0"/>
          </a:p>
          <a:p>
            <a:endParaRPr lang="en-GB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929E75-D95D-6D6D-504E-7ACC47462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88" y="1782300"/>
            <a:ext cx="7236296" cy="4383004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8F1743C5-67C0-3F8A-3F10-715B8368DEAC}"/>
              </a:ext>
            </a:extLst>
          </p:cNvPr>
          <p:cNvSpPr/>
          <p:nvPr/>
        </p:nvSpPr>
        <p:spPr>
          <a:xfrm>
            <a:off x="6444208" y="2149838"/>
            <a:ext cx="288032" cy="28803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362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61F4-FA36-228E-8FE0-3253F134A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76594"/>
            <a:ext cx="5905123" cy="1297061"/>
          </a:xfrm>
        </p:spPr>
        <p:txBody>
          <a:bodyPr/>
          <a:lstStyle/>
          <a:p>
            <a:r>
              <a:rPr lang="es-ES" b="1" dirty="0"/>
              <a:t>ESP32</a:t>
            </a:r>
            <a:endParaRPr lang="en-GB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C6F3AB-FC9A-D9DE-2473-5792B1D50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493" y="3872800"/>
            <a:ext cx="2636912" cy="263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C673DC77-804A-72BF-7CD2-CAAA15910A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7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57566-4978-CB89-EF00-BF8FF489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A8729-DEA1-C0B3-870F-1DCDAAE0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6B640-6818-E43A-6849-E61218BB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6</a:t>
            </a:fld>
            <a:endParaRPr lang="es-ES"/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B90D26FB-0297-C560-1E06-0A36201DD4AB}"/>
              </a:ext>
            </a:extLst>
          </p:cNvPr>
          <p:cNvSpPr txBox="1"/>
          <p:nvPr/>
        </p:nvSpPr>
        <p:spPr>
          <a:xfrm>
            <a:off x="669389" y="305470"/>
            <a:ext cx="6552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ES" sz="2400" b="1" dirty="0"/>
              <a:t>ESP32</a:t>
            </a:r>
            <a:endParaRPr lang="es-E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ADD8B-58BC-E346-59F1-C4A8B98BF097}"/>
              </a:ext>
            </a:extLst>
          </p:cNvPr>
          <p:cNvSpPr txBox="1"/>
          <p:nvPr/>
        </p:nvSpPr>
        <p:spPr>
          <a:xfrm>
            <a:off x="719572" y="771559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ESP32 is a popular and versatile microcontroller development board that is widely used for various Internet of Things (IoT) applications.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AED66E-C767-978F-C8D5-9AE7DB0D0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50" y="1940314"/>
            <a:ext cx="2808655" cy="280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686E74-BCEB-2C6F-4159-B86CED95E100}"/>
              </a:ext>
            </a:extLst>
          </p:cNvPr>
          <p:cNvSpPr txBox="1"/>
          <p:nvPr/>
        </p:nvSpPr>
        <p:spPr>
          <a:xfrm>
            <a:off x="3437866" y="1583834"/>
            <a:ext cx="57966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key features of the ESP32 board include:</a:t>
            </a:r>
          </a:p>
          <a:p>
            <a:pPr algn="l">
              <a:buFont typeface="+mj-lt"/>
              <a:buAutoNum type="arabicPeriod"/>
            </a:pPr>
            <a:r>
              <a:rPr lang="en-GB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Dual-Core Processor:</a:t>
            </a:r>
            <a:r>
              <a:rPr lang="en-GB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Xtensa LX6 Microprocessor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High processing power (up to 240 MHz clock speed)</a:t>
            </a:r>
          </a:p>
          <a:p>
            <a:pPr algn="l">
              <a:buFont typeface="+mj-lt"/>
              <a:buAutoNum type="arabicPeriod"/>
            </a:pPr>
            <a:endParaRPr lang="en-GB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GB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Wi-Fi (802.11 b/g/n):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2.4 GHz frequency band.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Supports various Wi-Fi modes 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Station, 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Access Point,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Station+AP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Enables perfect internet connectivity.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70E61-00F5-3D42-7486-772E3A979D33}"/>
              </a:ext>
            </a:extLst>
          </p:cNvPr>
          <p:cNvSpPr txBox="1"/>
          <p:nvPr/>
        </p:nvSpPr>
        <p:spPr>
          <a:xfrm>
            <a:off x="323474" y="5271393"/>
            <a:ext cx="75258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Integrated Bluetooth (v4.2 BR/EDR and BLE):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Bluetooth Classic and Bluetooth Low Energy support. 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Suitable for short-range communication and IoT applications.</a:t>
            </a:r>
          </a:p>
          <a:p>
            <a:pPr algn="l">
              <a:buFont typeface="+mj-lt"/>
              <a:buAutoNum type="arabicPeriod"/>
            </a:pPr>
            <a:endParaRPr lang="en-GB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09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041E-F928-3B28-1D10-20A652BEA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D184C5-6EC5-F070-9215-EA22B7014C73}"/>
              </a:ext>
            </a:extLst>
          </p:cNvPr>
          <p:cNvSpPr txBox="1"/>
          <p:nvPr/>
        </p:nvSpPr>
        <p:spPr>
          <a:xfrm>
            <a:off x="467544" y="3328344"/>
            <a:ext cx="84797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 startAt="4"/>
            </a:pPr>
            <a:r>
              <a:rPr lang="en-GB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Integrated Peripherals:</a:t>
            </a:r>
            <a:r>
              <a:rPr lang="en-GB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ADC (Analog-to-Digital Converter), DAC (Digital-to-Analog Converter).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I2C</a:t>
            </a:r>
            <a:r>
              <a:rPr lang="en-GB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(Inter-Integrated Circuit),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SPI </a:t>
            </a:r>
            <a:r>
              <a:rPr lang="en-GB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(Serial Peripheral Interface),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UART</a:t>
            </a:r>
            <a:r>
              <a:rPr lang="en-GB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(Universal Asynchronous Receiver-Transmitter)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communication interfaces.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PWM (Pulse Width Modulation), Timers, Capacitive Touch Sensors.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GPIO (General Purpose Input/Output) pins for versatile interfacing.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GB" altLang="en-US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4"/>
            </a:pPr>
            <a:r>
              <a:rPr lang="en-GB" altLang="en-US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SRAM</a:t>
            </a:r>
            <a:r>
              <a:rPr lang="en-GB" altLang="en-US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(working memory): 520KB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Flash memory (</a:t>
            </a:r>
            <a:r>
              <a:rPr lang="en-GB" dirty="0"/>
              <a:t>for storing the program code and data)</a:t>
            </a: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4MB, 8MB or 16MB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CEDD14A0-FBE5-0BE7-D620-399019D8772B}"/>
              </a:ext>
            </a:extLst>
          </p:cNvPr>
          <p:cNvSpPr txBox="1"/>
          <p:nvPr/>
        </p:nvSpPr>
        <p:spPr>
          <a:xfrm>
            <a:off x="683568" y="375047"/>
            <a:ext cx="6552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ES" sz="2400" b="1" dirty="0"/>
              <a:t>ESP32</a:t>
            </a:r>
            <a:endParaRPr lang="es-ES" sz="2800" b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75038B5-F93B-FFE4-5BEC-A7DB9A972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68" y="792088"/>
            <a:ext cx="1918772" cy="1918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▷ Especificaciones del módulo ESP32">
            <a:extLst>
              <a:ext uri="{FF2B5EF4-FFF2-40B4-BE49-F238E27FC236}">
                <a16:creationId xmlns:a16="http://schemas.microsoft.com/office/drawing/2014/main" id="{5B155A8B-91C8-D72D-F58D-11E9ECF18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62369"/>
            <a:ext cx="5794846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370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774049-770F-4CF0-0DDE-3DF9CDD4B7A2}"/>
              </a:ext>
            </a:extLst>
          </p:cNvPr>
          <p:cNvSpPr txBox="1"/>
          <p:nvPr/>
        </p:nvSpPr>
        <p:spPr>
          <a:xfrm>
            <a:off x="397481" y="3356572"/>
            <a:ext cx="82069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 startAt="6"/>
            </a:pPr>
            <a:r>
              <a:rPr lang="en-GB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Low Power Consumption:</a:t>
            </a:r>
            <a:r>
              <a:rPr lang="en-GB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GB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making it suitable for battery-powered applications.</a:t>
            </a:r>
          </a:p>
          <a:p>
            <a:pPr lvl="1"/>
            <a:endParaRPr lang="en-GB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 startAt="6"/>
            </a:pPr>
            <a:r>
              <a:rPr lang="en-GB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Rich Development Ecosystem: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Well-supported by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Espressif's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ESP-IDF (IoT Development Framework).</a:t>
            </a:r>
            <a:endParaRPr lang="en-GB" b="1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Arduino IDE compatibility for easier programming.</a:t>
            </a:r>
            <a:endParaRPr lang="en-GB" b="1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Large community and extensive documentation.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Cost-Effective: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Relatively low cost makes it accessible for hobbyists and professionals.</a:t>
            </a:r>
          </a:p>
          <a:p>
            <a:pPr lvl="1"/>
            <a:endParaRPr lang="en-GB" b="1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F6A9DE15-13B0-6A8F-7499-539CC273752E}"/>
              </a:ext>
            </a:extLst>
          </p:cNvPr>
          <p:cNvSpPr txBox="1"/>
          <p:nvPr/>
        </p:nvSpPr>
        <p:spPr>
          <a:xfrm>
            <a:off x="683568" y="375047"/>
            <a:ext cx="6552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ES" sz="2400" b="1" dirty="0"/>
              <a:t>ESP32</a:t>
            </a:r>
            <a:endParaRPr lang="es-ES" sz="2800" b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86C8AAC-647F-AAE5-D4A8-9B374D2AC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68" y="792088"/>
            <a:ext cx="2636912" cy="263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▷ Especificaciones del módulo ESP32">
            <a:extLst>
              <a:ext uri="{FF2B5EF4-FFF2-40B4-BE49-F238E27FC236}">
                <a16:creationId xmlns:a16="http://schemas.microsoft.com/office/drawing/2014/main" id="{36AA5464-F9AC-1074-DCAA-C7E130EF3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175" y="792088"/>
            <a:ext cx="4570404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ADEB12-A28C-5244-0C2B-3A786FE1B46A}"/>
              </a:ext>
            </a:extLst>
          </p:cNvPr>
          <p:cNvSpPr txBox="1"/>
          <p:nvPr/>
        </p:nvSpPr>
        <p:spPr>
          <a:xfrm>
            <a:off x="1803144" y="477833"/>
            <a:ext cx="55771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i="1" dirty="0">
                <a:hlinkClick r:id="rId4"/>
              </a:rPr>
              <a:t>https://docs.espressif.com/projects/arduino-esp32/en/latest/installing.html</a:t>
            </a:r>
            <a:endParaRPr lang="en-GB" sz="1100" i="1" dirty="0"/>
          </a:p>
          <a:p>
            <a:endParaRPr lang="en-GB" sz="1100" i="1" dirty="0"/>
          </a:p>
        </p:txBody>
      </p:sp>
    </p:spTree>
    <p:extLst>
      <p:ext uri="{BB962C8B-B14F-4D97-AF65-F5344CB8AC3E}">
        <p14:creationId xmlns:p14="http://schemas.microsoft.com/office/powerpoint/2010/main" val="2860579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65F29-30AC-E8BA-23CE-7518240E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3D2D1-B7A8-760D-F558-3963F985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85F4B-EACF-FE41-E43F-301C9D81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9</a:t>
            </a:fld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ACB76-6D11-5E59-47F1-47EE9158A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60949"/>
            <a:ext cx="8258800" cy="46085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801658-CD38-6941-3F8A-86EE28669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716" y="701282"/>
            <a:ext cx="1382462" cy="1142835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7EEBF56-D449-4030-7DDB-A19FB87C8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328" y="949760"/>
            <a:ext cx="894357" cy="89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9226CD-BDFE-184E-441D-5BF091E43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738" y="701989"/>
            <a:ext cx="1600668" cy="11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9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B9B54-9DC0-A89C-2349-0F979F58C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C2A76-BB37-E44D-BF57-6E26DA5E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1281E-94B8-D014-CC8F-CA6E1A11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10</a:t>
            </a:fld>
            <a:endParaRPr lang="es-E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91E79-103D-9805-2BBE-F1DA9C3386B1}"/>
              </a:ext>
            </a:extLst>
          </p:cNvPr>
          <p:cNvSpPr txBox="1"/>
          <p:nvPr/>
        </p:nvSpPr>
        <p:spPr>
          <a:xfrm>
            <a:off x="1043608" y="5703213"/>
            <a:ext cx="6334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https://www.amazon.es/gp/product/B0D4QZ9CKD</a:t>
            </a:r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485EA6-F46A-5567-2246-BB96FD022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1" y="1000580"/>
            <a:ext cx="8314452" cy="45751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CF8A86C-44AD-709C-EA1C-8A0588D3042B}"/>
              </a:ext>
            </a:extLst>
          </p:cNvPr>
          <p:cNvSpPr/>
          <p:nvPr/>
        </p:nvSpPr>
        <p:spPr>
          <a:xfrm>
            <a:off x="7220272" y="3501008"/>
            <a:ext cx="1600200" cy="22022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3A5CE-17EC-2FAB-F889-FFCA038E33CB}"/>
              </a:ext>
            </a:extLst>
          </p:cNvPr>
          <p:cNvSpPr txBox="1"/>
          <p:nvPr/>
        </p:nvSpPr>
        <p:spPr>
          <a:xfrm>
            <a:off x="1043608" y="56752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Low cost!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1567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C4848-C4D8-A77F-C168-712F3AC2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96354-F4ED-134A-CAE0-4479E746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F0243-45C9-9A5A-1256-9EF20C9F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11</a:t>
            </a:fld>
            <a:endParaRPr 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769F-66A2-FB34-4CFC-58517014BDAF}"/>
              </a:ext>
            </a:extLst>
          </p:cNvPr>
          <p:cNvSpPr txBox="1"/>
          <p:nvPr/>
        </p:nvSpPr>
        <p:spPr>
          <a:xfrm>
            <a:off x="539552" y="476672"/>
            <a:ext cx="406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ESP32 </a:t>
            </a:r>
            <a:r>
              <a:rPr lang="es-ES" b="1" dirty="0" err="1"/>
              <a:t>projects</a:t>
            </a:r>
            <a:r>
              <a:rPr lang="es-ES" b="1" dirty="0"/>
              <a:t> </a:t>
            </a:r>
            <a:r>
              <a:rPr lang="es-ES" b="1" dirty="0" err="1"/>
              <a:t>within</a:t>
            </a:r>
            <a:r>
              <a:rPr lang="es-ES" b="1" dirty="0"/>
              <a:t> VScode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722B4F-5F51-E349-3526-E2B1CB912290}"/>
              </a:ext>
            </a:extLst>
          </p:cNvPr>
          <p:cNvSpPr txBox="1"/>
          <p:nvPr/>
        </p:nvSpPr>
        <p:spPr>
          <a:xfrm>
            <a:off x="539552" y="941096"/>
            <a:ext cx="775725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Clone your </a:t>
            </a:r>
            <a:r>
              <a:rPr lang="es-ES" dirty="0" err="1"/>
              <a:t>forked</a:t>
            </a:r>
            <a:r>
              <a:rPr lang="es-ES" dirty="0"/>
              <a:t> </a:t>
            </a:r>
            <a:r>
              <a:rPr lang="es-ES" dirty="0" err="1"/>
              <a:t>Repository</a:t>
            </a:r>
            <a:r>
              <a:rPr lang="es-ES" dirty="0"/>
              <a:t> </a:t>
            </a:r>
            <a:r>
              <a:rPr lang="es-ES" dirty="0" err="1"/>
              <a:t>using</a:t>
            </a:r>
            <a:r>
              <a:rPr lang="es-ES" dirty="0"/>
              <a:t> a VScode terminal:</a:t>
            </a:r>
          </a:p>
          <a:p>
            <a:r>
              <a:rPr lang="es-ES" sz="1600" b="1" i="1" dirty="0"/>
              <a:t>  </a:t>
            </a:r>
            <a:r>
              <a:rPr lang="es-ES" sz="1600" b="1" i="1" dirty="0" err="1"/>
              <a:t>git</a:t>
            </a:r>
            <a:r>
              <a:rPr lang="es-ES" sz="1600" b="1" i="1" dirty="0"/>
              <a:t> clone https://github.com/</a:t>
            </a:r>
            <a:r>
              <a:rPr lang="es-ES" sz="1600" b="1" i="1" dirty="0">
                <a:solidFill>
                  <a:srgbClr val="FF0000"/>
                </a:solidFill>
              </a:rPr>
              <a:t>your_user</a:t>
            </a:r>
            <a:r>
              <a:rPr lang="es-ES" sz="1600" b="1" i="1" dirty="0"/>
              <a:t>/GEB_Projects_tolos.git</a:t>
            </a:r>
            <a:endParaRPr lang="en-GB" b="1" i="1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65CD87-3956-855F-CFBE-F5FB2724B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50" y="1614423"/>
            <a:ext cx="7053290" cy="41877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3B5076-7AA3-421F-3517-B5A7E808228D}"/>
              </a:ext>
            </a:extLst>
          </p:cNvPr>
          <p:cNvSpPr/>
          <p:nvPr/>
        </p:nvSpPr>
        <p:spPr>
          <a:xfrm>
            <a:off x="4199926" y="4991459"/>
            <a:ext cx="372074" cy="4571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77A66-43F1-6220-38F1-176391BADAAC}"/>
              </a:ext>
            </a:extLst>
          </p:cNvPr>
          <p:cNvSpPr txBox="1"/>
          <p:nvPr/>
        </p:nvSpPr>
        <p:spPr>
          <a:xfrm>
            <a:off x="5973596" y="4746855"/>
            <a:ext cx="2831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Important: Be </a:t>
            </a:r>
            <a:r>
              <a:rPr lang="es-ES" sz="1200" dirty="0" err="1"/>
              <a:t>sure</a:t>
            </a:r>
            <a:r>
              <a:rPr lang="es-ES" sz="1200" dirty="0"/>
              <a:t> you are </a:t>
            </a:r>
            <a:r>
              <a:rPr lang="es-ES" sz="1200" dirty="0" err="1"/>
              <a:t>using</a:t>
            </a:r>
            <a:r>
              <a:rPr lang="es-ES" sz="1200" dirty="0"/>
              <a:t> a Git </a:t>
            </a:r>
            <a:r>
              <a:rPr lang="es-ES" sz="1200" dirty="0" err="1"/>
              <a:t>bash</a:t>
            </a:r>
            <a:r>
              <a:rPr lang="es-ES" sz="1200" dirty="0"/>
              <a:t> terminal! </a:t>
            </a:r>
          </a:p>
          <a:p>
            <a:r>
              <a:rPr lang="es-ES" sz="1200" dirty="0" err="1"/>
              <a:t>Make</a:t>
            </a:r>
            <a:r>
              <a:rPr lang="es-ES" sz="1200" dirty="0"/>
              <a:t> This terminal the default terminal </a:t>
            </a:r>
            <a:r>
              <a:rPr lang="es-ES" sz="1200" dirty="0" err="1"/>
              <a:t>for</a:t>
            </a:r>
            <a:r>
              <a:rPr lang="es-ES" sz="1200" dirty="0"/>
              <a:t> This </a:t>
            </a:r>
            <a:r>
              <a:rPr lang="es-ES" sz="1200" dirty="0" err="1"/>
              <a:t>project</a:t>
            </a:r>
            <a:endParaRPr lang="en-GB" sz="1200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3E4D0ED-4D1A-8B15-8DB2-81FC57AD6DEB}"/>
              </a:ext>
            </a:extLst>
          </p:cNvPr>
          <p:cNvSpPr/>
          <p:nvPr/>
        </p:nvSpPr>
        <p:spPr>
          <a:xfrm>
            <a:off x="6624436" y="3950746"/>
            <a:ext cx="144016" cy="2160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23F44D-2C92-3FAC-C2E2-FB62314FEC4C}"/>
              </a:ext>
            </a:extLst>
          </p:cNvPr>
          <p:cNvSpPr/>
          <p:nvPr/>
        </p:nvSpPr>
        <p:spPr>
          <a:xfrm>
            <a:off x="6228184" y="4166770"/>
            <a:ext cx="396252" cy="27034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A629FD-6E64-C7AD-594E-24EC8E49753C}"/>
              </a:ext>
            </a:extLst>
          </p:cNvPr>
          <p:cNvSpPr txBox="1"/>
          <p:nvPr/>
        </p:nvSpPr>
        <p:spPr>
          <a:xfrm>
            <a:off x="1086209" y="5790173"/>
            <a:ext cx="4465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In VScode, Open your </a:t>
            </a:r>
            <a:r>
              <a:rPr lang="es-ES" dirty="0" err="1"/>
              <a:t>cloned</a:t>
            </a:r>
            <a:r>
              <a:rPr lang="es-ES" dirty="0"/>
              <a:t> folder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1748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7ECEC-398F-C685-C92D-C7251479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A0FB6-0C19-480B-28D5-2FF60D66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8E61-CC1C-0BFC-5DE2-608C2354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12</a:t>
            </a:fld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81F17-3540-B462-FCC9-7ADB3AFF3A3E}"/>
              </a:ext>
            </a:extLst>
          </p:cNvPr>
          <p:cNvSpPr txBox="1"/>
          <p:nvPr/>
        </p:nvSpPr>
        <p:spPr>
          <a:xfrm>
            <a:off x="539552" y="476672"/>
            <a:ext cx="406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ESP32 </a:t>
            </a:r>
            <a:r>
              <a:rPr lang="es-ES" b="1" dirty="0" err="1"/>
              <a:t>projects</a:t>
            </a:r>
            <a:r>
              <a:rPr lang="es-ES" b="1" dirty="0"/>
              <a:t> </a:t>
            </a:r>
            <a:r>
              <a:rPr lang="es-ES" b="1" dirty="0" err="1"/>
              <a:t>within</a:t>
            </a:r>
            <a:r>
              <a:rPr lang="es-ES" b="1" dirty="0"/>
              <a:t> VScode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A1B036-E263-25EF-F4E6-EA72DDDE2FBD}"/>
              </a:ext>
            </a:extLst>
          </p:cNvPr>
          <p:cNvSpPr txBox="1"/>
          <p:nvPr/>
        </p:nvSpPr>
        <p:spPr>
          <a:xfrm>
            <a:off x="357612" y="937022"/>
            <a:ext cx="8533105" cy="5539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 will be able to work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Vscode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for: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ESP32 programming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 execution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Once you have finished, you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syncronize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changes in your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en-US" altLang="en-US" dirty="0">
              <a:solidFill>
                <a:srgbClr val="1F23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Source control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” in left lateral menu bar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 Add to synchronize all the changes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 a commit comm</a:t>
            </a:r>
            <a:r>
              <a:rPr lang="en-US" altLang="en-US" sz="1600" i="1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Push the changes</a:t>
            </a:r>
            <a:endParaRPr lang="en-US" altLang="en-US" sz="1600" i="1" dirty="0">
              <a:solidFill>
                <a:srgbClr val="1F23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first time you will be asked to link the repository to your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account: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a terminal in and type the first time: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 config --global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user.email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"mail@alumnes.ub.edu"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 config --global user.name "your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username"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succesive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times, you only need to select changes, Commit message and Push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41ABC-D23A-D753-263C-639981F9B9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697" b="65750"/>
          <a:stretch/>
        </p:blipFill>
        <p:spPr>
          <a:xfrm>
            <a:off x="6047709" y="1700808"/>
            <a:ext cx="2772763" cy="234888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6BCC88F-C8A9-E785-9A18-6F5E75BACFC1}"/>
              </a:ext>
            </a:extLst>
          </p:cNvPr>
          <p:cNvSpPr/>
          <p:nvPr/>
        </p:nvSpPr>
        <p:spPr>
          <a:xfrm>
            <a:off x="5682201" y="2996952"/>
            <a:ext cx="266192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712152E-092A-4ED4-9E61-2CC45E3EB5ED}"/>
              </a:ext>
            </a:extLst>
          </p:cNvPr>
          <p:cNvSpPr/>
          <p:nvPr/>
        </p:nvSpPr>
        <p:spPr>
          <a:xfrm rot="19827569">
            <a:off x="8055193" y="3485261"/>
            <a:ext cx="266192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4CEB1CA-6933-A054-2A44-DFF76FDDF31A}"/>
              </a:ext>
            </a:extLst>
          </p:cNvPr>
          <p:cNvSpPr/>
          <p:nvPr/>
        </p:nvSpPr>
        <p:spPr>
          <a:xfrm>
            <a:off x="6308801" y="2564904"/>
            <a:ext cx="266192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550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0DD0A8-6157-75AE-4B1C-221E8A0BD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4501B-B8FA-5D44-2FA1-CDE6B449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DC2BD-3954-4765-BFDF-7139253E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13</a:t>
            </a:fld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BBB59F-634D-AE16-72CF-F4869CF6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68" y="836712"/>
            <a:ext cx="7021234" cy="543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37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75A57FD-FFCB-F35E-4C59-B7549F87CB26}"/>
              </a:ext>
            </a:extLst>
          </p:cNvPr>
          <p:cNvSpPr txBox="1"/>
          <p:nvPr/>
        </p:nvSpPr>
        <p:spPr>
          <a:xfrm>
            <a:off x="395536" y="764704"/>
            <a:ext cx="774244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Install</a:t>
            </a:r>
            <a:r>
              <a:rPr lang="es-ES" dirty="0"/>
              <a:t> drivers </a:t>
            </a:r>
            <a:r>
              <a:rPr lang="es-ES" dirty="0" err="1"/>
              <a:t>ports</a:t>
            </a:r>
            <a:r>
              <a:rPr lang="es-ES" dirty="0"/>
              <a:t> ESP32: CP210x Universal Windows Driver</a:t>
            </a:r>
          </a:p>
          <a:p>
            <a:r>
              <a:rPr lang="en-GB" sz="1400" dirty="0">
                <a:hlinkClick r:id="rId2"/>
              </a:rPr>
              <a:t>https://www.silabs.com/developers/usb-to-uart-bridge-vcp-drivers?tab=downloads</a:t>
            </a:r>
            <a:endParaRPr lang="en-GB" sz="1400" dirty="0"/>
          </a:p>
          <a:p>
            <a:endParaRPr lang="en-GB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838A84-DA1F-2378-3E1C-AD5592574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00808"/>
            <a:ext cx="7821621" cy="44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06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01DC871-AFAA-06B5-6CC6-D639A0F7D4CE}"/>
              </a:ext>
            </a:extLst>
          </p:cNvPr>
          <p:cNvSpPr txBox="1"/>
          <p:nvPr/>
        </p:nvSpPr>
        <p:spPr>
          <a:xfrm>
            <a:off x="323528" y="476672"/>
            <a:ext cx="85215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err="1"/>
              <a:t>Download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driver folder </a:t>
            </a:r>
            <a:r>
              <a:rPr lang="es-ES" sz="1600" dirty="0" err="1"/>
              <a:t>to</a:t>
            </a:r>
            <a:r>
              <a:rPr lang="es-ES" sz="1600" dirty="0"/>
              <a:t> “Descargas”. </a:t>
            </a:r>
            <a:r>
              <a:rPr lang="es-ES" sz="1600" dirty="0" err="1"/>
              <a:t>Unzip</a:t>
            </a:r>
            <a:r>
              <a:rPr lang="es-ES" sz="1600" dirty="0"/>
              <a:t> </a:t>
            </a:r>
            <a:r>
              <a:rPr lang="es-ES" sz="1600" dirty="0" err="1"/>
              <a:t>downloaded</a:t>
            </a:r>
            <a:r>
              <a:rPr lang="es-ES" sz="1600" dirty="0"/>
              <a:t> driver</a:t>
            </a:r>
          </a:p>
          <a:p>
            <a:r>
              <a:rPr lang="es-ES" sz="1600" dirty="0"/>
              <a:t>Open “Administrador de dispositivos”</a:t>
            </a:r>
          </a:p>
          <a:p>
            <a:r>
              <a:rPr lang="en-GB" sz="1600" dirty="0"/>
              <a:t>Right click to the port with warnings</a:t>
            </a:r>
          </a:p>
          <a:p>
            <a:r>
              <a:rPr lang="en-GB" sz="1600" dirty="0"/>
              <a:t>Select “</a:t>
            </a:r>
            <a:r>
              <a:rPr lang="en-GB" sz="1600" dirty="0" err="1"/>
              <a:t>actualizar</a:t>
            </a:r>
            <a:r>
              <a:rPr lang="en-GB" sz="1600" dirty="0"/>
              <a:t> </a:t>
            </a:r>
            <a:r>
              <a:rPr lang="en-GB" sz="1600" dirty="0" err="1"/>
              <a:t>controlador</a:t>
            </a:r>
            <a:r>
              <a:rPr lang="en-GB" sz="1600" dirty="0"/>
              <a:t>” </a:t>
            </a:r>
            <a:r>
              <a:rPr lang="en-GB" sz="1600" dirty="0">
                <a:sym typeface="Wingdings" panose="05000000000000000000" pitchFamily="2" charset="2"/>
              </a:rPr>
              <a:t> select location of downloaded driver and install</a:t>
            </a:r>
          </a:p>
          <a:p>
            <a:r>
              <a:rPr lang="en-GB" sz="1600" dirty="0">
                <a:sym typeface="Wingdings" panose="05000000000000000000" pitchFamily="2" charset="2"/>
              </a:rPr>
              <a:t>You will have to restart the computer</a:t>
            </a:r>
            <a:endParaRPr lang="en-GB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FA2688-BE89-E823-2FD0-7F8E75C7B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6832"/>
            <a:ext cx="7710283" cy="458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53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87008E-7537-4DC0-1E82-63CBACBD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24982-6ADB-08F1-E5C2-B439049D4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53412-8FC8-1E4C-B1B0-B6651E9A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16</a:t>
            </a:fld>
            <a:endParaRPr lang="es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96B805-075D-A03B-D5FC-413CA125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72" y="437852"/>
            <a:ext cx="5578865" cy="5982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F84B66-5119-4D5B-B7D4-65390550A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055" y="702436"/>
            <a:ext cx="5997769" cy="5453128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E837364-C28D-087D-7703-D66627B734B2}"/>
              </a:ext>
            </a:extLst>
          </p:cNvPr>
          <p:cNvSpPr/>
          <p:nvPr/>
        </p:nvSpPr>
        <p:spPr>
          <a:xfrm>
            <a:off x="756746" y="2564904"/>
            <a:ext cx="2807141" cy="252028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038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D53DE-4D5E-1F8E-A7C3-EFC58436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01DA-B18C-4391-A8D7-0CE3F049FD3B}" type="datetime1">
              <a:rPr lang="es-ES" smtClean="0"/>
              <a:t>01/02/2026</a:t>
            </a:fld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925AE-C07F-CF64-D9B3-74BB5C9C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Dr. Manel Puig i Vidal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68245-1649-6263-CAE0-11E5957A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3B9E-51AF-47CE-BBDC-D34924A28EC2}" type="slidenum">
              <a:rPr lang="es-ES" smtClean="0"/>
              <a:t>17</a:t>
            </a:fld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BF807-D59F-DD0B-BFCA-9DE10B7054EE}"/>
              </a:ext>
            </a:extLst>
          </p:cNvPr>
          <p:cNvSpPr txBox="1"/>
          <p:nvPr/>
        </p:nvSpPr>
        <p:spPr>
          <a:xfrm>
            <a:off x="951400" y="1268760"/>
            <a:ext cx="76947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Use the </a:t>
            </a:r>
            <a:r>
              <a:rPr lang="es-ES" sz="2000" b="1" dirty="0" err="1"/>
              <a:t>sample</a:t>
            </a:r>
            <a:r>
              <a:rPr lang="es-ES" sz="2000" b="1" dirty="0"/>
              <a:t> code in </a:t>
            </a:r>
            <a:r>
              <a:rPr lang="es-ES" sz="2000" b="1" dirty="0" err="1"/>
              <a:t>function</a:t>
            </a:r>
            <a:r>
              <a:rPr lang="es-ES" sz="2000" b="1" dirty="0"/>
              <a:t> </a:t>
            </a:r>
            <a:r>
              <a:rPr lang="es-ES" sz="2000" b="1" dirty="0" err="1"/>
              <a:t>of</a:t>
            </a:r>
            <a:r>
              <a:rPr lang="es-ES" sz="2000" b="1" dirty="0"/>
              <a:t> your application!</a:t>
            </a:r>
            <a:endParaRPr lang="en-GB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C0F91-1A5A-1712-EA55-BB00E740B420}"/>
              </a:ext>
            </a:extLst>
          </p:cNvPr>
          <p:cNvSpPr txBox="1"/>
          <p:nvPr/>
        </p:nvSpPr>
        <p:spPr>
          <a:xfrm>
            <a:off x="1603623" y="1950546"/>
            <a:ext cx="5936753" cy="3879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ES" b="1" dirty="0"/>
              <a:t>Home </a:t>
            </a:r>
            <a:r>
              <a:rPr lang="es-ES" b="1" dirty="0" err="1"/>
              <a:t>work</a:t>
            </a:r>
            <a:r>
              <a:rPr lang="es-ES" b="1" dirty="0"/>
              <a:t>: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s-ES" dirty="0" err="1"/>
              <a:t>Make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the </a:t>
            </a:r>
            <a:r>
              <a:rPr lang="es-ES" dirty="0" err="1"/>
              <a:t>installations</a:t>
            </a:r>
            <a:endParaRPr lang="es-ES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s-ES" dirty="0"/>
              <a:t>Test the code with 2 ESP32 simples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s-ES" dirty="0"/>
              <a:t>In your Project: </a:t>
            </a:r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es-ES" dirty="0" err="1"/>
              <a:t>Implement</a:t>
            </a:r>
            <a:r>
              <a:rPr lang="es-ES" dirty="0"/>
              <a:t> a </a:t>
            </a:r>
            <a:r>
              <a:rPr lang="es-ES" dirty="0" err="1"/>
              <a:t>github</a:t>
            </a:r>
            <a:r>
              <a:rPr lang="es-ES" dirty="0"/>
              <a:t> </a:t>
            </a:r>
            <a:r>
              <a:rPr lang="es-ES" dirty="0" err="1"/>
              <a:t>repository</a:t>
            </a:r>
            <a:endParaRPr lang="es-ES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es-ES" dirty="0"/>
              <a:t>Use ESP32 </a:t>
            </a:r>
            <a:r>
              <a:rPr lang="es-ES" dirty="0" err="1"/>
              <a:t>microprocessor</a:t>
            </a:r>
            <a:endParaRPr lang="es-ES" dirty="0"/>
          </a:p>
          <a:p>
            <a:pPr marL="742950" lvl="1" indent="-285750">
              <a:lnSpc>
                <a:spcPct val="200000"/>
              </a:lnSpc>
              <a:buFontTx/>
              <a:buChar char="-"/>
            </a:pPr>
            <a:r>
              <a:rPr lang="es-ES" dirty="0"/>
              <a:t>Use the </a:t>
            </a:r>
            <a:r>
              <a:rPr lang="es-ES" dirty="0" err="1"/>
              <a:t>Engineering</a:t>
            </a:r>
            <a:r>
              <a:rPr lang="es-ES" dirty="0"/>
              <a:t> </a:t>
            </a:r>
            <a:r>
              <a:rPr lang="es-ES" dirty="0" err="1"/>
              <a:t>tols</a:t>
            </a:r>
            <a:r>
              <a:rPr lang="es-ES" dirty="0"/>
              <a:t> you have </a:t>
            </a:r>
            <a:r>
              <a:rPr lang="es-ES" dirty="0" err="1"/>
              <a:t>learned</a:t>
            </a:r>
            <a:r>
              <a:rPr lang="es-E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8099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3763</TotalTime>
  <Words>747</Words>
  <Application>Microsoft Office PowerPoint</Application>
  <PresentationFormat>On-screen Show (4:3)</PresentationFormat>
  <Paragraphs>131</Paragraphs>
  <Slides>17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Verdana</vt:lpstr>
      <vt:lpstr>Wingdings</vt:lpstr>
      <vt:lpstr>Wingdings 2</vt:lpstr>
      <vt:lpstr>Aspecto</vt:lpstr>
      <vt:lpstr>Projects </vt:lpstr>
      <vt:lpstr>PowerPoint Presentation</vt:lpstr>
      <vt:lpstr>PowerPoint Presentation</vt:lpstr>
      <vt:lpstr>PowerPoint Presentation</vt:lpstr>
      <vt:lpstr>ESP32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Robotics and Control of Biomedical Systems</dc:title>
  <dc:creator>ManelPuig</dc:creator>
  <cp:lastModifiedBy>Dr. Manel Puig i Vidal</cp:lastModifiedBy>
  <cp:revision>71</cp:revision>
  <cp:lastPrinted>2013-09-16T16:04:23Z</cp:lastPrinted>
  <dcterms:created xsi:type="dcterms:W3CDTF">2013-07-03T09:09:27Z</dcterms:created>
  <dcterms:modified xsi:type="dcterms:W3CDTF">2026-02-01T20:05:41Z</dcterms:modified>
</cp:coreProperties>
</file>